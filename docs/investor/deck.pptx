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1EB53A"/>
                </a:solidFill>
              </a:rPr>
              <a:t>Akili</a:t>
            </a:r>
          </a:p>
          <a:p>
            <a:r>
              <a:rPr sz="2000" i="1">
                <a:solidFill>
                  <a:srgbClr val="6A6760"/>
                </a:solidFill>
              </a:rPr>
              <a:t>One sovereign Swahili AI router — no external LLM, runs on a 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A6760"/>
                </a:solidFill>
              </a:rPr>
              <a:t>Dr. Ally A. Nooher, MD, MPS-HIT  ·  Laetoli (T) Ltd  ·  laetoli.tz  ·  22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B53A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1D18"/>
                </a:solidFill>
              </a:rPr>
              <a:t>Western LLMs are colonial in framing, expensive per query (USD per query against Africa-margin economics), and offer second-rate African-language quality. Tanzania's anticipated AI Bill will require sovereignty + data residency for any AI in gov use. No incumbent AI product meets that bar.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B53A"/>
                </a:solidFill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1D18"/>
                </a:solidFill>
              </a:rPr>
              <a:t>Akili is one Swahili-first router that resolves a user's intent to one of the vendored domain experts (TibaAI for afya, Kasuku for fasihi/lugha, SNIL for code-gen). Zero external LLM dependency — runs fully offline / on a Raspberry Pi. Federation already live across IRMP (Rafiki KB), TABHOS (Rafiki AI), THOS (Companion), Kasuku (Uliza).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B53A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1D18"/>
                </a:solidFill>
              </a:rPr>
              <a:t>Africa AI software market USD 6.4B by 2030 (Statista projection). Tanzania gov AI procurement starting 2027. Pan-African sovereign AI: dozens of nation states will need a 'not OpenAI / not Anthropic' 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B53A"/>
                </a:solidFill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Production deployment live since 2026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Cross-product federation with the Laetoli portfolio (one admin shell, one AI engine)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Demo personas covering every major user type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Discussions opening with primary regulator and pilot partners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B53A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Tanzania PDPA + sector-specific compliance creates a hard deadline that paper workflows can't meet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Donor + government funding is shifting to country-led infrastructure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Mobile penetration + sovereign-infrastructure readiness make it possible today and not five years ago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Founder uniquely placed to land the gov + technical scope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B53A"/>
                </a:solidFill>
              </a:rPr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1D18"/>
                </a:solidFill>
              </a:rPr>
              <a:t>Vendored engines (own TibaAI clinical engine, own Kasuku language engine, own SNIL programming language) — nobody else has clinical reasoning + literature + sovereign Swahili PL under one router. Edge inference benchmark on a Pi is a unique technical statement. Anticipates the Tanzania AI Bill from day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B53A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1D18"/>
                </a:solidFill>
              </a:rPr>
              <a:t>Dr. Ally A. Nooher (founder, MD + author of all vendored engines). Hire plan: ML engineer, language engineer (Kiswahili), clinical reviewer, BD.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B53A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F1D18"/>
                </a:solidFill>
              </a:rPr>
              <a:t>USD 600,000 over 18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Engineering hires (3 FTE × 18mo) — 35%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Sovereignty + data-residency certification readiness — 15%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SDK partner onboarding (3 external products) — 15%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Engine quality pass (clinical + language experts) — 15%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Edge-inference benchmark suite publication — 10%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Working capital — 10%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B53A"/>
                </a:solidFill>
              </a:rPr>
              <a:t>18-24 month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M-6  ·  Tanzania AI Bill compliance readiness brief published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M-9  ·  Edge-inference benchmark public dataset released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M-12  ·  3 partner products consuming Akili SDK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M-18  ·  Pan-African sovereign-AI conference launch + Series A pitch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B53A"/>
                </a:solidFill>
              </a:rPr>
              <a:t>Let's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EB53A"/>
                </a:solidFill>
              </a:rPr>
              <a:t>founder@laetoli.tz</a:t>
            </a:r>
          </a:p>
          <a:p>
            <a:r>
              <a:rPr sz="1800">
                <a:solidFill>
                  <a:srgbClr val="1F1D18"/>
                </a:solidFill>
              </a:rPr>
              <a:t>Dr. Ally A. Nooher, MD, MPS-HIT</a:t>
            </a:r>
          </a:p>
          <a:p>
            <a:r>
              <a:rPr sz="1400">
                <a:solidFill>
                  <a:srgbClr val="6A6760"/>
                </a:solidFill>
              </a:rPr>
              <a:t>Laetoli (T) Ltd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